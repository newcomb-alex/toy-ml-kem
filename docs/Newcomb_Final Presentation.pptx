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0"/>
  </p:notesMasterIdLst>
  <p:sldIdLst>
    <p:sldId id="256" r:id="rId2"/>
    <p:sldId id="301" r:id="rId3"/>
    <p:sldId id="302" r:id="rId4"/>
    <p:sldId id="311" r:id="rId5"/>
    <p:sldId id="310" r:id="rId6"/>
    <p:sldId id="303" r:id="rId7"/>
    <p:sldId id="312" r:id="rId8"/>
    <p:sldId id="304" r:id="rId9"/>
    <p:sldId id="313" r:id="rId10"/>
    <p:sldId id="314" r:id="rId11"/>
    <p:sldId id="305" r:id="rId12"/>
    <p:sldId id="315" r:id="rId13"/>
    <p:sldId id="307" r:id="rId14"/>
    <p:sldId id="308" r:id="rId15"/>
    <p:sldId id="316" r:id="rId16"/>
    <p:sldId id="309" r:id="rId17"/>
    <p:sldId id="300" r:id="rId18"/>
    <p:sldId id="26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F2F491-FF57-4E5C-96B0-D2220B61061D}">
          <p14:sldIdLst>
            <p14:sldId id="256"/>
            <p14:sldId id="301"/>
            <p14:sldId id="302"/>
            <p14:sldId id="311"/>
            <p14:sldId id="310"/>
            <p14:sldId id="303"/>
            <p14:sldId id="312"/>
            <p14:sldId id="304"/>
            <p14:sldId id="313"/>
            <p14:sldId id="314"/>
            <p14:sldId id="305"/>
            <p14:sldId id="315"/>
            <p14:sldId id="307"/>
            <p14:sldId id="308"/>
            <p14:sldId id="316"/>
            <p14:sldId id="309"/>
            <p14:sldId id="300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359" autoAdjust="0"/>
  </p:normalViewPr>
  <p:slideViewPr>
    <p:cSldViewPr snapToGrid="0">
      <p:cViewPr varScale="1">
        <p:scale>
          <a:sx n="94" d="100"/>
          <a:sy n="94" d="100"/>
        </p:scale>
        <p:origin x="3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wcomb, Alexandra" userId="af8736c2-2901-49ae-92be-90fa6cf6198c" providerId="ADAL" clId="{A9A4BEBF-4449-4869-A78B-6AAFBE68A8D4}"/>
    <pc:docChg chg="undo custSel addSld delSld modSld modSection">
      <pc:chgData name="Newcomb, Alexandra" userId="af8736c2-2901-49ae-92be-90fa6cf6198c" providerId="ADAL" clId="{A9A4BEBF-4449-4869-A78B-6AAFBE68A8D4}" dt="2026-04-20T21:09:25.455" v="6656" actId="20577"/>
      <pc:docMkLst>
        <pc:docMk/>
      </pc:docMkLst>
      <pc:sldChg chg="addSp delSp modSp mod">
        <pc:chgData name="Newcomb, Alexandra" userId="af8736c2-2901-49ae-92be-90fa6cf6198c" providerId="ADAL" clId="{A9A4BEBF-4449-4869-A78B-6AAFBE68A8D4}" dt="2026-04-20T12:42:46.753" v="87" actId="20577"/>
        <pc:sldMkLst>
          <pc:docMk/>
          <pc:sldMk cId="1318118315" sldId="256"/>
        </pc:sldMkLst>
        <pc:spChg chg="mod">
          <ac:chgData name="Newcomb, Alexandra" userId="af8736c2-2901-49ae-92be-90fa6cf6198c" providerId="ADAL" clId="{A9A4BEBF-4449-4869-A78B-6AAFBE68A8D4}" dt="2026-04-20T12:42:46.753" v="87" actId="20577"/>
          <ac:spMkLst>
            <pc:docMk/>
            <pc:sldMk cId="1318118315" sldId="256"/>
            <ac:spMk id="3" creationId="{D00E0D04-84BB-284C-EFC6-345756FB1887}"/>
          </ac:spMkLst>
        </pc:spChg>
        <pc:spChg chg="add del mod">
          <ac:chgData name="Newcomb, Alexandra" userId="af8736c2-2901-49ae-92be-90fa6cf6198c" providerId="ADAL" clId="{A9A4BEBF-4449-4869-A78B-6AAFBE68A8D4}" dt="2026-04-20T12:42:40.142" v="79" actId="20577"/>
          <ac:spMkLst>
            <pc:docMk/>
            <pc:sldMk cId="1318118315" sldId="256"/>
            <ac:spMk id="6" creationId="{A6799246-256F-4458-07A1-C2B7492E7E94}"/>
          </ac:spMkLst>
        </pc:spChg>
      </pc:sldChg>
      <pc:sldChg chg="del">
        <pc:chgData name="Newcomb, Alexandra" userId="af8736c2-2901-49ae-92be-90fa6cf6198c" providerId="ADAL" clId="{A9A4BEBF-4449-4869-A78B-6AAFBE68A8D4}" dt="2026-04-20T12:45:22.323" v="353" actId="47"/>
        <pc:sldMkLst>
          <pc:docMk/>
          <pc:sldMk cId="1956397605" sldId="288"/>
        </pc:sldMkLst>
      </pc:sldChg>
      <pc:sldChg chg="del">
        <pc:chgData name="Newcomb, Alexandra" userId="af8736c2-2901-49ae-92be-90fa6cf6198c" providerId="ADAL" clId="{A9A4BEBF-4449-4869-A78B-6AAFBE68A8D4}" dt="2026-04-20T12:45:23.254" v="354" actId="47"/>
        <pc:sldMkLst>
          <pc:docMk/>
          <pc:sldMk cId="4097851763" sldId="293"/>
        </pc:sldMkLst>
      </pc:sldChg>
      <pc:sldChg chg="addSp delSp modSp mod">
        <pc:chgData name="Newcomb, Alexandra" userId="af8736c2-2901-49ae-92be-90fa6cf6198c" providerId="ADAL" clId="{A9A4BEBF-4449-4869-A78B-6AAFBE68A8D4}" dt="2026-04-20T12:52:38.765" v="402" actId="1076"/>
        <pc:sldMkLst>
          <pc:docMk/>
          <pc:sldMk cId="1324185723" sldId="300"/>
        </pc:sldMkLst>
        <pc:graphicFrameChg chg="add mod modGraphic">
          <ac:chgData name="Newcomb, Alexandra" userId="af8736c2-2901-49ae-92be-90fa6cf6198c" providerId="ADAL" clId="{A9A4BEBF-4449-4869-A78B-6AAFBE68A8D4}" dt="2026-04-20T12:52:38.765" v="402" actId="1076"/>
          <ac:graphicFrameMkLst>
            <pc:docMk/>
            <pc:sldMk cId="1324185723" sldId="300"/>
            <ac:graphicFrameMk id="7" creationId="{A91F9BC8-2B6A-C2A8-09E8-A9C0A70FF964}"/>
          </ac:graphicFrameMkLst>
        </pc:graphicFrameChg>
      </pc:sldChg>
      <pc:sldChg chg="addSp delSp modSp mod">
        <pc:chgData name="Newcomb, Alexandra" userId="af8736c2-2901-49ae-92be-90fa6cf6198c" providerId="ADAL" clId="{A9A4BEBF-4449-4869-A78B-6AAFBE68A8D4}" dt="2026-04-20T12:56:09.309" v="718" actId="20577"/>
        <pc:sldMkLst>
          <pc:docMk/>
          <pc:sldMk cId="3333521248" sldId="301"/>
        </pc:sldMkLst>
        <pc:spChg chg="mod">
          <ac:chgData name="Newcomb, Alexandra" userId="af8736c2-2901-49ae-92be-90fa6cf6198c" providerId="ADAL" clId="{A9A4BEBF-4449-4869-A78B-6AAFBE68A8D4}" dt="2026-04-20T12:43:37.993" v="114" actId="20577"/>
          <ac:spMkLst>
            <pc:docMk/>
            <pc:sldMk cId="3333521248" sldId="301"/>
            <ac:spMk id="2" creationId="{A48DC1C7-6744-AD2F-F753-8AC863335F2A}"/>
          </ac:spMkLst>
        </pc:spChg>
        <pc:spChg chg="add del mod">
          <ac:chgData name="Newcomb, Alexandra" userId="af8736c2-2901-49ae-92be-90fa6cf6198c" providerId="ADAL" clId="{A9A4BEBF-4449-4869-A78B-6AAFBE68A8D4}" dt="2026-04-20T12:56:09.309" v="718" actId="20577"/>
          <ac:spMkLst>
            <pc:docMk/>
            <pc:sldMk cId="3333521248" sldId="301"/>
            <ac:spMk id="3" creationId="{AA4F5366-DC8B-C272-E82B-2161CEA04BC8}"/>
          </ac:spMkLst>
        </pc:spChg>
        <pc:spChg chg="add mod">
          <ac:chgData name="Newcomb, Alexandra" userId="af8736c2-2901-49ae-92be-90fa6cf6198c" providerId="ADAL" clId="{A9A4BEBF-4449-4869-A78B-6AAFBE68A8D4}" dt="2026-04-20T12:52:18.034" v="390" actId="1076"/>
          <ac:spMkLst>
            <pc:docMk/>
            <pc:sldMk cId="3333521248" sldId="301"/>
            <ac:spMk id="11" creationId="{DAA5112F-72BD-A1D3-DBE3-A5B624F07BB6}"/>
          </ac:spMkLst>
        </pc:spChg>
        <pc:picChg chg="add mod">
          <ac:chgData name="Newcomb, Alexandra" userId="af8736c2-2901-49ae-92be-90fa6cf6198c" providerId="ADAL" clId="{A9A4BEBF-4449-4869-A78B-6AAFBE68A8D4}" dt="2026-04-20T12:52:19.417" v="391" actId="1076"/>
          <ac:picMkLst>
            <pc:docMk/>
            <pc:sldMk cId="3333521248" sldId="301"/>
            <ac:picMk id="9" creationId="{7FD43128-610F-DED5-35D4-302CFFB9CA3F}"/>
          </ac:picMkLst>
        </pc:picChg>
      </pc:sldChg>
      <pc:sldChg chg="modSp mod">
        <pc:chgData name="Newcomb, Alexandra" userId="af8736c2-2901-49ae-92be-90fa6cf6198c" providerId="ADAL" clId="{A9A4BEBF-4449-4869-A78B-6AAFBE68A8D4}" dt="2026-04-20T13:04:57.761" v="1351" actId="255"/>
        <pc:sldMkLst>
          <pc:docMk/>
          <pc:sldMk cId="603443749" sldId="302"/>
        </pc:sldMkLst>
        <pc:spChg chg="mod">
          <ac:chgData name="Newcomb, Alexandra" userId="af8736c2-2901-49ae-92be-90fa6cf6198c" providerId="ADAL" clId="{A9A4BEBF-4449-4869-A78B-6AAFBE68A8D4}" dt="2026-04-20T13:03:31.336" v="1281" actId="20577"/>
          <ac:spMkLst>
            <pc:docMk/>
            <pc:sldMk cId="603443749" sldId="302"/>
            <ac:spMk id="2" creationId="{F003F9D8-1EDE-F922-BB95-919B9FF4696D}"/>
          </ac:spMkLst>
        </pc:spChg>
        <pc:spChg chg="mod">
          <ac:chgData name="Newcomb, Alexandra" userId="af8736c2-2901-49ae-92be-90fa6cf6198c" providerId="ADAL" clId="{A9A4BEBF-4449-4869-A78B-6AAFBE68A8D4}" dt="2026-04-20T13:04:57.761" v="1351" actId="255"/>
          <ac:spMkLst>
            <pc:docMk/>
            <pc:sldMk cId="603443749" sldId="302"/>
            <ac:spMk id="3" creationId="{F225E084-A4CB-ECF7-8C3F-E04CC300FB88}"/>
          </ac:spMkLst>
        </pc:spChg>
      </pc:sldChg>
      <pc:sldChg chg="modSp mod">
        <pc:chgData name="Newcomb, Alexandra" userId="af8736c2-2901-49ae-92be-90fa6cf6198c" providerId="ADAL" clId="{A9A4BEBF-4449-4869-A78B-6AAFBE68A8D4}" dt="2026-04-20T14:01:40.716" v="3349" actId="20577"/>
        <pc:sldMkLst>
          <pc:docMk/>
          <pc:sldMk cId="4277102987" sldId="303"/>
        </pc:sldMkLst>
        <pc:spChg chg="mod">
          <ac:chgData name="Newcomb, Alexandra" userId="af8736c2-2901-49ae-92be-90fa6cf6198c" providerId="ADAL" clId="{A9A4BEBF-4449-4869-A78B-6AAFBE68A8D4}" dt="2026-04-20T12:44:07.396" v="167" actId="20577"/>
          <ac:spMkLst>
            <pc:docMk/>
            <pc:sldMk cId="4277102987" sldId="303"/>
            <ac:spMk id="2" creationId="{5B69CA29-34BD-F031-8C9B-A9C321B33BCC}"/>
          </ac:spMkLst>
        </pc:spChg>
        <pc:spChg chg="mod">
          <ac:chgData name="Newcomb, Alexandra" userId="af8736c2-2901-49ae-92be-90fa6cf6198c" providerId="ADAL" clId="{A9A4BEBF-4449-4869-A78B-6AAFBE68A8D4}" dt="2026-04-20T14:01:40.716" v="3349" actId="20577"/>
          <ac:spMkLst>
            <pc:docMk/>
            <pc:sldMk cId="4277102987" sldId="303"/>
            <ac:spMk id="3" creationId="{79D07578-9734-0421-CBF8-4B24289AAA14}"/>
          </ac:spMkLst>
        </pc:spChg>
      </pc:sldChg>
      <pc:sldChg chg="modSp add mod">
        <pc:chgData name="Newcomb, Alexandra" userId="af8736c2-2901-49ae-92be-90fa6cf6198c" providerId="ADAL" clId="{A9A4BEBF-4449-4869-A78B-6AAFBE68A8D4}" dt="2026-04-20T14:08:04.661" v="4311" actId="20577"/>
        <pc:sldMkLst>
          <pc:docMk/>
          <pc:sldMk cId="441516653" sldId="304"/>
        </pc:sldMkLst>
        <pc:spChg chg="mod">
          <ac:chgData name="Newcomb, Alexandra" userId="af8736c2-2901-49ae-92be-90fa6cf6198c" providerId="ADAL" clId="{A9A4BEBF-4449-4869-A78B-6AAFBE68A8D4}" dt="2026-04-20T12:44:16.694" v="197" actId="20577"/>
          <ac:spMkLst>
            <pc:docMk/>
            <pc:sldMk cId="441516653" sldId="304"/>
            <ac:spMk id="2" creationId="{55E2C467-C4CB-2DB7-EA8A-4CD9AF1810A6}"/>
          </ac:spMkLst>
        </pc:spChg>
        <pc:spChg chg="mod">
          <ac:chgData name="Newcomb, Alexandra" userId="af8736c2-2901-49ae-92be-90fa6cf6198c" providerId="ADAL" clId="{A9A4BEBF-4449-4869-A78B-6AAFBE68A8D4}" dt="2026-04-20T14:08:04.661" v="4311" actId="20577"/>
          <ac:spMkLst>
            <pc:docMk/>
            <pc:sldMk cId="441516653" sldId="304"/>
            <ac:spMk id="3" creationId="{E206B3F4-F51A-0D66-3F15-53EAF47E4D0C}"/>
          </ac:spMkLst>
        </pc:spChg>
      </pc:sldChg>
      <pc:sldChg chg="modSp add mod">
        <pc:chgData name="Newcomb, Alexandra" userId="af8736c2-2901-49ae-92be-90fa6cf6198c" providerId="ADAL" clId="{A9A4BEBF-4449-4869-A78B-6AAFBE68A8D4}" dt="2026-04-20T21:02:32.850" v="5726" actId="255"/>
        <pc:sldMkLst>
          <pc:docMk/>
          <pc:sldMk cId="3181254622" sldId="305"/>
        </pc:sldMkLst>
        <pc:spChg chg="mod">
          <ac:chgData name="Newcomb, Alexandra" userId="af8736c2-2901-49ae-92be-90fa6cf6198c" providerId="ADAL" clId="{A9A4BEBF-4449-4869-A78B-6AAFBE68A8D4}" dt="2026-04-20T12:44:41.653" v="268" actId="20577"/>
          <ac:spMkLst>
            <pc:docMk/>
            <pc:sldMk cId="3181254622" sldId="305"/>
            <ac:spMk id="2" creationId="{A364FBCD-B455-6DAE-FFB7-7546B4804AA4}"/>
          </ac:spMkLst>
        </pc:spChg>
        <pc:spChg chg="mod">
          <ac:chgData name="Newcomb, Alexandra" userId="af8736c2-2901-49ae-92be-90fa6cf6198c" providerId="ADAL" clId="{A9A4BEBF-4449-4869-A78B-6AAFBE68A8D4}" dt="2026-04-20T21:02:32.850" v="5726" actId="255"/>
          <ac:spMkLst>
            <pc:docMk/>
            <pc:sldMk cId="3181254622" sldId="305"/>
            <ac:spMk id="3" creationId="{F595A6D2-801A-3A5A-8A95-A651D5E751F4}"/>
          </ac:spMkLst>
        </pc:spChg>
      </pc:sldChg>
      <pc:sldChg chg="modSp add del mod">
        <pc:chgData name="Newcomb, Alexandra" userId="af8736c2-2901-49ae-92be-90fa6cf6198c" providerId="ADAL" clId="{A9A4BEBF-4449-4869-A78B-6AAFBE68A8D4}" dt="2026-04-20T12:53:44.898" v="469" actId="47"/>
        <pc:sldMkLst>
          <pc:docMk/>
          <pc:sldMk cId="3096240995" sldId="306"/>
        </pc:sldMkLst>
      </pc:sldChg>
      <pc:sldChg chg="addSp delSp modSp add mod">
        <pc:chgData name="Newcomb, Alexandra" userId="af8736c2-2901-49ae-92be-90fa6cf6198c" providerId="ADAL" clId="{A9A4BEBF-4449-4869-A78B-6AAFBE68A8D4}" dt="2026-04-20T21:01:26.440" v="5724" actId="20577"/>
        <pc:sldMkLst>
          <pc:docMk/>
          <pc:sldMk cId="3335222386" sldId="307"/>
        </pc:sldMkLst>
        <pc:spChg chg="mod">
          <ac:chgData name="Newcomb, Alexandra" userId="af8736c2-2901-49ae-92be-90fa6cf6198c" providerId="ADAL" clId="{A9A4BEBF-4449-4869-A78B-6AAFBE68A8D4}" dt="2026-04-20T21:01:26.440" v="5724" actId="20577"/>
          <ac:spMkLst>
            <pc:docMk/>
            <pc:sldMk cId="3335222386" sldId="307"/>
            <ac:spMk id="2" creationId="{7558E2C5-7437-EC77-27AF-2FA1D2DB6B7F}"/>
          </ac:spMkLst>
        </pc:spChg>
      </pc:sldChg>
      <pc:sldChg chg="addSp delSp modSp add mod">
        <pc:chgData name="Newcomb, Alexandra" userId="af8736c2-2901-49ae-92be-90fa6cf6198c" providerId="ADAL" clId="{A9A4BEBF-4449-4869-A78B-6AAFBE68A8D4}" dt="2026-04-20T14:27:16.616" v="5161" actId="20577"/>
        <pc:sldMkLst>
          <pc:docMk/>
          <pc:sldMk cId="3553294136" sldId="308"/>
        </pc:sldMkLst>
        <pc:spChg chg="mod">
          <ac:chgData name="Newcomb, Alexandra" userId="af8736c2-2901-49ae-92be-90fa6cf6198c" providerId="ADAL" clId="{A9A4BEBF-4449-4869-A78B-6AAFBE68A8D4}" dt="2026-04-20T12:45:16.008" v="342" actId="20577"/>
          <ac:spMkLst>
            <pc:docMk/>
            <pc:sldMk cId="3553294136" sldId="308"/>
            <ac:spMk id="2" creationId="{8AA299AD-32EB-40B8-37CE-87A11AAFBB8A}"/>
          </ac:spMkLst>
        </pc:spChg>
        <pc:spChg chg="add mod">
          <ac:chgData name="Newcomb, Alexandra" userId="af8736c2-2901-49ae-92be-90fa6cf6198c" providerId="ADAL" clId="{A9A4BEBF-4449-4869-A78B-6AAFBE68A8D4}" dt="2026-04-20T14:27:16.616" v="5161" actId="20577"/>
          <ac:spMkLst>
            <pc:docMk/>
            <pc:sldMk cId="3553294136" sldId="308"/>
            <ac:spMk id="8" creationId="{22B06CFD-025C-6EA2-28F3-7E8F3F02CEFD}"/>
          </ac:spMkLst>
        </pc:spChg>
        <pc:graphicFrameChg chg="add mod">
          <ac:chgData name="Newcomb, Alexandra" userId="af8736c2-2901-49ae-92be-90fa6cf6198c" providerId="ADAL" clId="{A9A4BEBF-4449-4869-A78B-6AAFBE68A8D4}" dt="2026-04-20T14:26:19.206" v="5137" actId="208"/>
          <ac:graphicFrameMkLst>
            <pc:docMk/>
            <pc:sldMk cId="3553294136" sldId="308"/>
            <ac:graphicFrameMk id="4" creationId="{DD9AE258-FAF4-0E79-2421-53EF20F2D918}"/>
          </ac:graphicFrameMkLst>
        </pc:graphicFrameChg>
        <pc:graphicFrameChg chg="add mod">
          <ac:chgData name="Newcomb, Alexandra" userId="af8736c2-2901-49ae-92be-90fa6cf6198c" providerId="ADAL" clId="{A9A4BEBF-4449-4869-A78B-6AAFBE68A8D4}" dt="2026-04-20T14:26:35.786" v="5142" actId="14100"/>
          <ac:graphicFrameMkLst>
            <pc:docMk/>
            <pc:sldMk cId="3553294136" sldId="308"/>
            <ac:graphicFrameMk id="5" creationId="{4952451E-E928-1AA1-7238-DF4216F05AC9}"/>
          </ac:graphicFrameMkLst>
        </pc:graphicFrameChg>
      </pc:sldChg>
      <pc:sldChg chg="modSp add mod">
        <pc:chgData name="Newcomb, Alexandra" userId="af8736c2-2901-49ae-92be-90fa6cf6198c" providerId="ADAL" clId="{A9A4BEBF-4449-4869-A78B-6AAFBE68A8D4}" dt="2026-04-20T14:30:18.332" v="5718" actId="14100"/>
        <pc:sldMkLst>
          <pc:docMk/>
          <pc:sldMk cId="2604674335" sldId="309"/>
        </pc:sldMkLst>
        <pc:spChg chg="mod">
          <ac:chgData name="Newcomb, Alexandra" userId="af8736c2-2901-49ae-92be-90fa6cf6198c" providerId="ADAL" clId="{A9A4BEBF-4449-4869-A78B-6AAFBE68A8D4}" dt="2026-04-20T12:45:20.082" v="352" actId="20577"/>
          <ac:spMkLst>
            <pc:docMk/>
            <pc:sldMk cId="2604674335" sldId="309"/>
            <ac:spMk id="2" creationId="{CCE44A9F-674F-48D9-DC67-7ABBE39A678A}"/>
          </ac:spMkLst>
        </pc:spChg>
        <pc:spChg chg="mod">
          <ac:chgData name="Newcomb, Alexandra" userId="af8736c2-2901-49ae-92be-90fa6cf6198c" providerId="ADAL" clId="{A9A4BEBF-4449-4869-A78B-6AAFBE68A8D4}" dt="2026-04-20T14:30:18.332" v="5718" actId="14100"/>
          <ac:spMkLst>
            <pc:docMk/>
            <pc:sldMk cId="2604674335" sldId="309"/>
            <ac:spMk id="3" creationId="{F8CEE32A-2B6D-52D6-64E0-3B5756AADF19}"/>
          </ac:spMkLst>
        </pc:spChg>
      </pc:sldChg>
      <pc:sldChg chg="addSp delSp modSp add mod">
        <pc:chgData name="Newcomb, Alexandra" userId="af8736c2-2901-49ae-92be-90fa6cf6198c" providerId="ADAL" clId="{A9A4BEBF-4449-4869-A78B-6AAFBE68A8D4}" dt="2026-04-20T20:14:15.644" v="5719" actId="113"/>
        <pc:sldMkLst>
          <pc:docMk/>
          <pc:sldMk cId="140313754" sldId="310"/>
        </pc:sldMkLst>
        <pc:spChg chg="mod">
          <ac:chgData name="Newcomb, Alexandra" userId="af8736c2-2901-49ae-92be-90fa6cf6198c" providerId="ADAL" clId="{A9A4BEBF-4449-4869-A78B-6AAFBE68A8D4}" dt="2026-04-20T13:07:13.910" v="1522" actId="403"/>
          <ac:spMkLst>
            <pc:docMk/>
            <pc:sldMk cId="140313754" sldId="310"/>
            <ac:spMk id="2" creationId="{ED337580-D800-5192-23AB-7AEE6E60EE0E}"/>
          </ac:spMkLst>
        </pc:spChg>
        <pc:spChg chg="add mod">
          <ac:chgData name="Newcomb, Alexandra" userId="af8736c2-2901-49ae-92be-90fa6cf6198c" providerId="ADAL" clId="{A9A4BEBF-4449-4869-A78B-6AAFBE68A8D4}" dt="2026-04-20T20:14:15.644" v="5719" actId="113"/>
          <ac:spMkLst>
            <pc:docMk/>
            <pc:sldMk cId="140313754" sldId="310"/>
            <ac:spMk id="5" creationId="{884EA529-2691-6B91-FE87-19994671EFE6}"/>
          </ac:spMkLst>
        </pc:spChg>
        <pc:graphicFrameChg chg="add mod modGraphic">
          <ac:chgData name="Newcomb, Alexandra" userId="af8736c2-2901-49ae-92be-90fa6cf6198c" providerId="ADAL" clId="{A9A4BEBF-4449-4869-A78B-6AAFBE68A8D4}" dt="2026-04-20T13:10:08.386" v="1777" actId="1076"/>
          <ac:graphicFrameMkLst>
            <pc:docMk/>
            <pc:sldMk cId="140313754" sldId="310"/>
            <ac:graphicFrameMk id="4" creationId="{7341B613-B4FD-FFFA-3C36-C1F96847AD93}"/>
          </ac:graphicFrameMkLst>
        </pc:graphicFrameChg>
      </pc:sldChg>
      <pc:sldChg chg="modSp add mod">
        <pc:chgData name="Newcomb, Alexandra" userId="af8736c2-2901-49ae-92be-90fa6cf6198c" providerId="ADAL" clId="{A9A4BEBF-4449-4869-A78B-6AAFBE68A8D4}" dt="2026-04-20T13:06:42.588" v="1514" actId="20577"/>
        <pc:sldMkLst>
          <pc:docMk/>
          <pc:sldMk cId="1969469364" sldId="311"/>
        </pc:sldMkLst>
        <pc:spChg chg="mod">
          <ac:chgData name="Newcomb, Alexandra" userId="af8736c2-2901-49ae-92be-90fa6cf6198c" providerId="ADAL" clId="{A9A4BEBF-4449-4869-A78B-6AAFBE68A8D4}" dt="2026-04-20T13:06:42.588" v="1514" actId="20577"/>
          <ac:spMkLst>
            <pc:docMk/>
            <pc:sldMk cId="1969469364" sldId="311"/>
            <ac:spMk id="2" creationId="{74B8CAF5-AB81-B3A1-23D8-9A6DC6EC6DC8}"/>
          </ac:spMkLst>
        </pc:spChg>
        <pc:spChg chg="mod">
          <ac:chgData name="Newcomb, Alexandra" userId="af8736c2-2901-49ae-92be-90fa6cf6198c" providerId="ADAL" clId="{A9A4BEBF-4449-4869-A78B-6AAFBE68A8D4}" dt="2026-04-20T13:06:30.496" v="1513" actId="255"/>
          <ac:spMkLst>
            <pc:docMk/>
            <pc:sldMk cId="1969469364" sldId="311"/>
            <ac:spMk id="3" creationId="{744D8F8E-41BD-FF78-BB98-EB357DE34F8E}"/>
          </ac:spMkLst>
        </pc:spChg>
      </pc:sldChg>
      <pc:sldChg chg="modSp add mod">
        <pc:chgData name="Newcomb, Alexandra" userId="af8736c2-2901-49ae-92be-90fa6cf6198c" providerId="ADAL" clId="{A9A4BEBF-4449-4869-A78B-6AAFBE68A8D4}" dt="2026-04-20T14:04:43.500" v="3750" actId="20577"/>
        <pc:sldMkLst>
          <pc:docMk/>
          <pc:sldMk cId="2166865190" sldId="312"/>
        </pc:sldMkLst>
        <pc:spChg chg="mod">
          <ac:chgData name="Newcomb, Alexandra" userId="af8736c2-2901-49ae-92be-90fa6cf6198c" providerId="ADAL" clId="{A9A4BEBF-4449-4869-A78B-6AAFBE68A8D4}" dt="2026-04-20T14:04:43.500" v="3750" actId="20577"/>
          <ac:spMkLst>
            <pc:docMk/>
            <pc:sldMk cId="2166865190" sldId="312"/>
            <ac:spMk id="3" creationId="{1E0D8B93-A75F-0873-2588-9CEE820550DC}"/>
          </ac:spMkLst>
        </pc:spChg>
      </pc:sldChg>
      <pc:sldChg chg="modSp add mod">
        <pc:chgData name="Newcomb, Alexandra" userId="af8736c2-2901-49ae-92be-90fa6cf6198c" providerId="ADAL" clId="{A9A4BEBF-4449-4869-A78B-6AAFBE68A8D4}" dt="2026-04-20T21:02:21.344" v="5725" actId="255"/>
        <pc:sldMkLst>
          <pc:docMk/>
          <pc:sldMk cId="3952501624" sldId="313"/>
        </pc:sldMkLst>
        <pc:spChg chg="mod">
          <ac:chgData name="Newcomb, Alexandra" userId="af8736c2-2901-49ae-92be-90fa6cf6198c" providerId="ADAL" clId="{A9A4BEBF-4449-4869-A78B-6AAFBE68A8D4}" dt="2026-04-20T21:02:21.344" v="5725" actId="255"/>
          <ac:spMkLst>
            <pc:docMk/>
            <pc:sldMk cId="3952501624" sldId="313"/>
            <ac:spMk id="3" creationId="{73076901-30FA-468A-936E-324BF3378D92}"/>
          </ac:spMkLst>
        </pc:spChg>
      </pc:sldChg>
      <pc:sldChg chg="modSp add mod">
        <pc:chgData name="Newcomb, Alexandra" userId="af8736c2-2901-49ae-92be-90fa6cf6198c" providerId="ADAL" clId="{A9A4BEBF-4449-4869-A78B-6AAFBE68A8D4}" dt="2026-04-20T14:22:30.531" v="4845" actId="20577"/>
        <pc:sldMkLst>
          <pc:docMk/>
          <pc:sldMk cId="1997454579" sldId="314"/>
        </pc:sldMkLst>
        <pc:spChg chg="mod">
          <ac:chgData name="Newcomb, Alexandra" userId="af8736c2-2901-49ae-92be-90fa6cf6198c" providerId="ADAL" clId="{A9A4BEBF-4449-4869-A78B-6AAFBE68A8D4}" dt="2026-04-20T14:22:30.531" v="4845" actId="20577"/>
          <ac:spMkLst>
            <pc:docMk/>
            <pc:sldMk cId="1997454579" sldId="314"/>
            <ac:spMk id="3" creationId="{0BC77010-A5F5-4B30-403E-25F75E933DE3}"/>
          </ac:spMkLst>
        </pc:spChg>
      </pc:sldChg>
      <pc:sldChg chg="modSp new mod">
        <pc:chgData name="Newcomb, Alexandra" userId="af8736c2-2901-49ae-92be-90fa6cf6198c" providerId="ADAL" clId="{A9A4BEBF-4449-4869-A78B-6AAFBE68A8D4}" dt="2026-04-20T21:07:01.599" v="6251" actId="20577"/>
        <pc:sldMkLst>
          <pc:docMk/>
          <pc:sldMk cId="1995927334" sldId="315"/>
        </pc:sldMkLst>
        <pc:spChg chg="mod">
          <ac:chgData name="Newcomb, Alexandra" userId="af8736c2-2901-49ae-92be-90fa6cf6198c" providerId="ADAL" clId="{A9A4BEBF-4449-4869-A78B-6AAFBE68A8D4}" dt="2026-04-20T21:03:26.160" v="5737" actId="20577"/>
          <ac:spMkLst>
            <pc:docMk/>
            <pc:sldMk cId="1995927334" sldId="315"/>
            <ac:spMk id="2" creationId="{7DE2FFC0-C57E-74FC-968E-BB6B2E9EB70D}"/>
          </ac:spMkLst>
        </pc:spChg>
        <pc:spChg chg="mod">
          <ac:chgData name="Newcomb, Alexandra" userId="af8736c2-2901-49ae-92be-90fa6cf6198c" providerId="ADAL" clId="{A9A4BEBF-4449-4869-A78B-6AAFBE68A8D4}" dt="2026-04-20T21:07:01.599" v="6251" actId="20577"/>
          <ac:spMkLst>
            <pc:docMk/>
            <pc:sldMk cId="1995927334" sldId="315"/>
            <ac:spMk id="3" creationId="{E921523C-4FAE-823B-3628-3DF4B79F9B04}"/>
          </ac:spMkLst>
        </pc:spChg>
      </pc:sldChg>
      <pc:sldChg chg="modSp new mod">
        <pc:chgData name="Newcomb, Alexandra" userId="af8736c2-2901-49ae-92be-90fa6cf6198c" providerId="ADAL" clId="{A9A4BEBF-4449-4869-A78B-6AAFBE68A8D4}" dt="2026-04-20T21:09:25.455" v="6656" actId="20577"/>
        <pc:sldMkLst>
          <pc:docMk/>
          <pc:sldMk cId="1451804541" sldId="316"/>
        </pc:sldMkLst>
        <pc:spChg chg="mod">
          <ac:chgData name="Newcomb, Alexandra" userId="af8736c2-2901-49ae-92be-90fa6cf6198c" providerId="ADAL" clId="{A9A4BEBF-4449-4869-A78B-6AAFBE68A8D4}" dt="2026-04-20T21:07:52.498" v="6272" actId="20577"/>
          <ac:spMkLst>
            <pc:docMk/>
            <pc:sldMk cId="1451804541" sldId="316"/>
            <ac:spMk id="2" creationId="{35AE78CA-208C-D1F3-2D1E-A168DFAD16FB}"/>
          </ac:spMkLst>
        </pc:spChg>
        <pc:spChg chg="mod">
          <ac:chgData name="Newcomb, Alexandra" userId="af8736c2-2901-49ae-92be-90fa6cf6198c" providerId="ADAL" clId="{A9A4BEBF-4449-4869-A78B-6AAFBE68A8D4}" dt="2026-04-20T21:09:25.455" v="6656" actId="20577"/>
          <ac:spMkLst>
            <pc:docMk/>
            <pc:sldMk cId="1451804541" sldId="316"/>
            <ac:spMk id="3" creationId="{EB204ED6-022F-46B4-7D72-FCFBECDD9E18}"/>
          </ac:spMkLst>
        </pc:spChg>
      </pc:sldChg>
    </pc:docChg>
  </pc:docChgLst>
  <pc:docChgLst>
    <pc:chgData name="Newcomb, Alexandra" userId="af8736c2-2901-49ae-92be-90fa6cf6198c" providerId="ADAL" clId="{62376034-122B-48F9-B661-F69D19A9C556}"/>
    <pc:docChg chg="modSld">
      <pc:chgData name="Newcomb, Alexandra" userId="af8736c2-2901-49ae-92be-90fa6cf6198c" providerId="ADAL" clId="{62376034-122B-48F9-B661-F69D19A9C556}" dt="2026-04-23T12:33:04.273" v="71" actId="1076"/>
      <pc:docMkLst>
        <pc:docMk/>
      </pc:docMkLst>
      <pc:sldChg chg="addSp modSp mod">
        <pc:chgData name="Newcomb, Alexandra" userId="af8736c2-2901-49ae-92be-90fa6cf6198c" providerId="ADAL" clId="{62376034-122B-48F9-B661-F69D19A9C556}" dt="2026-04-23T12:33:04.273" v="71" actId="1076"/>
        <pc:sldMkLst>
          <pc:docMk/>
          <pc:sldMk cId="3335222386" sldId="307"/>
        </pc:sldMkLst>
        <pc:spChg chg="mod">
          <ac:chgData name="Newcomb, Alexandra" userId="af8736c2-2901-49ae-92be-90fa6cf6198c" providerId="ADAL" clId="{62376034-122B-48F9-B661-F69D19A9C556}" dt="2026-04-23T12:32:59.425" v="68" actId="14100"/>
          <ac:spMkLst>
            <pc:docMk/>
            <pc:sldMk cId="3335222386" sldId="307"/>
            <ac:spMk id="2" creationId="{7558E2C5-7437-EC77-27AF-2FA1D2DB6B7F}"/>
          </ac:spMkLst>
        </pc:spChg>
        <pc:picChg chg="add mod">
          <ac:chgData name="Newcomb, Alexandra" userId="af8736c2-2901-49ae-92be-90fa6cf6198c" providerId="ADAL" clId="{62376034-122B-48F9-B661-F69D19A9C556}" dt="2026-04-23T12:33:04.273" v="71" actId="1076"/>
          <ac:picMkLst>
            <pc:docMk/>
            <pc:sldMk cId="3335222386" sldId="307"/>
            <ac:picMk id="4" creationId="{73F3F88B-477A-7550-E584-B8FD14DD68C8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myerauedu-my.sharepoint.com/personal/davidofa_my_erau_edu/Documents/A%20A%20PHD%202025_2026/Classes/CS%20538/Project/Parameters%20and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myerauedu-my.sharepoint.com/personal/davidofa_my_erau_edu/Documents/A%20A%20PHD%202025_2026/Classes/CS%20538/Project/Parameters%20and%20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Success</a:t>
            </a:r>
            <a:r>
              <a:rPr lang="en-US" baseline="0"/>
              <a:t> Rate for Different Parameter Sizes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Sheet1!$C$19</c:f>
              <c:strCache>
                <c:ptCount val="1"/>
                <c:pt idx="0">
                  <c:v>Success Rate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Sheet1!$B$20:$B$24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Real</c:v>
                </c:pt>
              </c:strCache>
            </c:strRef>
          </c:cat>
          <c:val>
            <c:numRef>
              <c:f>Sheet1!$C$20:$C$24</c:f>
              <c:numCache>
                <c:formatCode>0%</c:formatCode>
                <c:ptCount val="5"/>
                <c:pt idx="0">
                  <c:v>0.34</c:v>
                </c:pt>
                <c:pt idx="1">
                  <c:v>0.84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68-4B18-859A-3FF74836449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94860816"/>
        <c:axId val="794856976"/>
      </c:lineChart>
      <c:catAx>
        <c:axId val="7948608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/>
                  <a:t>Parameter Set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4856976"/>
        <c:crosses val="autoZero"/>
        <c:auto val="1"/>
        <c:lblAlgn val="ctr"/>
        <c:lblOffset val="100"/>
        <c:noMultiLvlLbl val="0"/>
      </c:catAx>
      <c:valAx>
        <c:axId val="794856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/>
                  <a:t>%</a:t>
                </a:r>
                <a:r>
                  <a:rPr lang="en-US" sz="1100" baseline="0"/>
                  <a:t> Successful Decapsulations</a:t>
                </a:r>
                <a:endParaRPr lang="en-US" sz="11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4860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Runtime Per Trial</a:t>
            </a:r>
            <a:r>
              <a:rPr lang="en-US" baseline="0"/>
              <a:t> on Different Parameter Sizes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Sheet1!$D$19</c:f>
              <c:strCache>
                <c:ptCount val="1"/>
                <c:pt idx="0">
                  <c:v>Avg Runtime Per Trial (s)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3"/>
              <c:layout>
                <c:manualLayout>
                  <c:x val="-7.7875109361329839E-2"/>
                  <c:y val="-8.098388743073790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78B-42DE-A1A6-C84678DCF3F5}"/>
                </c:ext>
              </c:extLst>
            </c:dLbl>
            <c:numFmt formatCode="#,##0.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Sheet1!$B$20:$B$24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Real</c:v>
                </c:pt>
              </c:strCache>
            </c:strRef>
          </c:cat>
          <c:val>
            <c:numRef>
              <c:f>Sheet1!$D$20:$D$24</c:f>
              <c:numCache>
                <c:formatCode>General</c:formatCode>
                <c:ptCount val="5"/>
                <c:pt idx="0">
                  <c:v>1.6509999999999999E-3</c:v>
                </c:pt>
                <c:pt idx="1">
                  <c:v>4.0730000000000002E-3</c:v>
                </c:pt>
                <c:pt idx="2">
                  <c:v>1.0545000000000001E-2</c:v>
                </c:pt>
                <c:pt idx="3">
                  <c:v>3.3619000000000003E-2</c:v>
                </c:pt>
                <c:pt idx="4">
                  <c:v>0.12556500000000001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78B-42DE-A1A6-C84678DCF3F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223736096"/>
        <c:axId val="1223742816"/>
      </c:lineChart>
      <c:catAx>
        <c:axId val="12237360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Parameter Set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3742816"/>
        <c:crosses val="autoZero"/>
        <c:auto val="1"/>
        <c:lblAlgn val="ctr"/>
        <c:lblOffset val="100"/>
        <c:noMultiLvlLbl val="0"/>
      </c:catAx>
      <c:valAx>
        <c:axId val="1223742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Average</a:t>
                </a:r>
                <a:r>
                  <a:rPr lang="en-US" baseline="0"/>
                  <a:t> Runtime (s)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37360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0F0C42-6371-4F8E-BB5B-F10A2B60742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66382-51B2-42C3-A1B6-F053D7F5B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079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866382-51B2-42C3-A1B6-F053D7F5B76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475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12323BB-27D8-4016-A11E-84FCD624BBF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02AD703-78CE-4E93-B8E0-759B02F98B0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01640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23BB-27D8-4016-A11E-84FCD624BBF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AD703-78CE-4E93-B8E0-759B02F98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03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2323BB-27D8-4016-A11E-84FCD624BBF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2AD703-78CE-4E93-B8E0-759B02F98B0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0154156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23BB-27D8-4016-A11E-84FCD624BBF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AD703-78CE-4E93-B8E0-759B02F98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447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23BB-27D8-4016-A11E-84FCD624BBF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AD703-78CE-4E93-B8E0-759B02F98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046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23BB-27D8-4016-A11E-84FCD624BBF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AD703-78CE-4E93-B8E0-759B02F98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94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23BB-27D8-4016-A11E-84FCD624BBF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AD703-78CE-4E93-B8E0-759B02F98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944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2323BB-27D8-4016-A11E-84FCD624BBF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2AD703-78CE-4E93-B8E0-759B02F98B0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01356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2323BB-27D8-4016-A11E-84FCD624BBF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2AD703-78CE-4E93-B8E0-759B02F98B0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00705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23BB-27D8-4016-A11E-84FCD624BBF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AD703-78CE-4E93-B8E0-759B02F98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95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23BB-27D8-4016-A11E-84FCD624BBF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AD703-78CE-4E93-B8E0-759B02F98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94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12323BB-27D8-4016-A11E-84FCD624BBF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902AD703-78CE-4E93-B8E0-759B02F98B0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512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0E0D04-84BB-284C-EFC6-345756FB1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0163" y="4731474"/>
            <a:ext cx="6831673" cy="108623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Alex Newcomb</a:t>
            </a:r>
          </a:p>
          <a:p>
            <a:r>
              <a:rPr lang="en-US" dirty="0"/>
              <a:t>CS 538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799246-256F-4458-07A1-C2B7492E7E94}"/>
              </a:ext>
            </a:extLst>
          </p:cNvPr>
          <p:cNvSpPr txBox="1"/>
          <p:nvPr/>
        </p:nvSpPr>
        <p:spPr>
          <a:xfrm>
            <a:off x="1589986" y="2624525"/>
            <a:ext cx="90120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Implementing a Toy ML-KEM: A Study in Post-Quantum Computing</a:t>
            </a:r>
          </a:p>
        </p:txBody>
      </p:sp>
    </p:spTree>
    <p:extLst>
      <p:ext uri="{BB962C8B-B14F-4D97-AF65-F5344CB8AC3E}">
        <p14:creationId xmlns:p14="http://schemas.microsoft.com/office/powerpoint/2010/main" val="1318118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F097E-B8DB-30F7-BDEC-E0EEAAC84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DC1C7-6744-AD2F-F753-8AC863335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67509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F5366-DC8B-C272-E82B-2161CEA04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736436"/>
            <a:ext cx="4645281" cy="4484254"/>
          </a:xfrm>
        </p:spPr>
        <p:txBody>
          <a:bodyPr>
            <a:normAutofit/>
          </a:bodyPr>
          <a:lstStyle/>
          <a:p>
            <a:r>
              <a:rPr lang="en-US" dirty="0"/>
              <a:t>ML-KEM = Module-Lattice Key Encapsulation Mechanism</a:t>
            </a:r>
          </a:p>
          <a:p>
            <a:r>
              <a:rPr lang="en-US" i="0" dirty="0"/>
              <a:t>Based on hardness of the Module Learning w/ Errors (MLWE) problem</a:t>
            </a:r>
          </a:p>
          <a:p>
            <a:pPr lvl="1"/>
            <a:r>
              <a:rPr lang="en-US" i="0" dirty="0"/>
              <a:t>Solving systems of noisy linear equations</a:t>
            </a:r>
          </a:p>
          <a:p>
            <a:r>
              <a:rPr lang="en-US" i="0" dirty="0"/>
              <a:t>Quantum resistant</a:t>
            </a:r>
          </a:p>
          <a:p>
            <a:pPr lvl="1"/>
            <a:r>
              <a:rPr lang="en-US" i="0" dirty="0"/>
              <a:t>Post-quantum algorithm for key sharing (symmetric key cryptography)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D43128-610F-DED5-35D4-302CFFB9CA3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16881" y="1221271"/>
            <a:ext cx="5734092" cy="49149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AA5112F-72BD-A1D3-DBE3-A5B624F07BB6}"/>
              </a:ext>
            </a:extLst>
          </p:cNvPr>
          <p:cNvSpPr txBox="1"/>
          <p:nvPr/>
        </p:nvSpPr>
        <p:spPr>
          <a:xfrm>
            <a:off x="6213199" y="6361548"/>
            <a:ext cx="60951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National Institute of Standards and Technology, "Module-Lattice-Based Key-Encapsulation Mechanism Standard," Gaithersburg, MD 20899-8900, 2024.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33521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95631-42A7-28C5-0305-F75B8AEEC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3F9D8-1EDE-F922-BB95-919B9FF46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67509"/>
          </a:xfrm>
        </p:spPr>
        <p:txBody>
          <a:bodyPr>
            <a:normAutofit/>
          </a:bodyPr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5E084-A4CB-ECF7-8C3F-E04CC300F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36436"/>
            <a:ext cx="9961418" cy="4484254"/>
          </a:xfrm>
        </p:spPr>
        <p:txBody>
          <a:bodyPr>
            <a:normAutofit/>
          </a:bodyPr>
          <a:lstStyle/>
          <a:p>
            <a:r>
              <a:rPr lang="en-US" sz="2400" i="0" dirty="0"/>
              <a:t>Generate a toy version of the algorithm</a:t>
            </a:r>
          </a:p>
          <a:p>
            <a:pPr lvl="1"/>
            <a:r>
              <a:rPr lang="en-US" sz="2200" i="0" dirty="0"/>
              <a:t>Python</a:t>
            </a:r>
          </a:p>
          <a:p>
            <a:pPr lvl="1"/>
            <a:r>
              <a:rPr lang="en-US" sz="2200" i="0" dirty="0"/>
              <a:t>Code available on GitHub: </a:t>
            </a:r>
          </a:p>
          <a:p>
            <a:pPr lvl="2"/>
            <a:r>
              <a:rPr lang="en-US" sz="2200" i="0" dirty="0"/>
              <a:t>https://github.com/newcomb-alex/toy-ml-kem  </a:t>
            </a:r>
          </a:p>
          <a:p>
            <a:r>
              <a:rPr lang="en-US" sz="2400" dirty="0"/>
              <a:t>Objective:</a:t>
            </a:r>
          </a:p>
          <a:p>
            <a:pPr lvl="1"/>
            <a:r>
              <a:rPr lang="en-US" sz="2200" i="0" dirty="0"/>
              <a:t>Learn about the ML-KEM algorithm</a:t>
            </a:r>
          </a:p>
          <a:p>
            <a:pPr lvl="1"/>
            <a:r>
              <a:rPr lang="en-US" sz="2200" i="0" dirty="0"/>
              <a:t>Experiment with:</a:t>
            </a:r>
          </a:p>
          <a:p>
            <a:pPr lvl="2"/>
            <a:r>
              <a:rPr lang="en-US" sz="2200" dirty="0"/>
              <a:t>D</a:t>
            </a:r>
            <a:r>
              <a:rPr lang="en-US" sz="2200" i="0" dirty="0"/>
              <a:t>ecapsulation rate </a:t>
            </a:r>
          </a:p>
          <a:p>
            <a:pPr lvl="2"/>
            <a:r>
              <a:rPr lang="en-US" sz="2200" dirty="0"/>
              <a:t>R</a:t>
            </a:r>
            <a:r>
              <a:rPr lang="en-US" sz="2200" i="0" dirty="0"/>
              <a:t>untime of the toy algorithm</a:t>
            </a:r>
          </a:p>
        </p:txBody>
      </p:sp>
    </p:spTree>
    <p:extLst>
      <p:ext uri="{BB962C8B-B14F-4D97-AF65-F5344CB8AC3E}">
        <p14:creationId xmlns:p14="http://schemas.microsoft.com/office/powerpoint/2010/main" val="603443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9A807-7986-8CBC-9D0F-CEBD9766A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8CAF5-AB81-B3A1-23D8-9A6DC6EC6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67509"/>
          </a:xfrm>
        </p:spPr>
        <p:txBody>
          <a:bodyPr>
            <a:normAutofit/>
          </a:bodyPr>
          <a:lstStyle/>
          <a:p>
            <a:r>
              <a:rPr lang="en-US" dirty="0"/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D8F8E-41BD-FF78-BB98-EB357DE34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36436"/>
            <a:ext cx="9961418" cy="4484254"/>
          </a:xfrm>
        </p:spPr>
        <p:txBody>
          <a:bodyPr>
            <a:normAutofit/>
          </a:bodyPr>
          <a:lstStyle/>
          <a:p>
            <a:r>
              <a:rPr lang="en-US" sz="2400" dirty="0"/>
              <a:t>Scope:</a:t>
            </a:r>
          </a:p>
          <a:p>
            <a:pPr lvl="1"/>
            <a:r>
              <a:rPr lang="en-US" sz="2200" i="0" dirty="0"/>
              <a:t>Toy parameter set </a:t>
            </a:r>
          </a:p>
          <a:p>
            <a:pPr lvl="1"/>
            <a:r>
              <a:rPr lang="en-US" sz="2200" i="0" dirty="0"/>
              <a:t>No Number-Theoretic Transform (NTT) for multiplication</a:t>
            </a:r>
          </a:p>
          <a:p>
            <a:pPr lvl="2"/>
            <a:r>
              <a:rPr lang="en-US" sz="2200" dirty="0"/>
              <a:t>Simple ring multiplication with modulus instead</a:t>
            </a:r>
          </a:p>
          <a:p>
            <a:pPr lvl="1"/>
            <a:r>
              <a:rPr lang="en-US" sz="2200" i="0" dirty="0"/>
              <a:t>Simplified noise sampling (Centered Binomial Distribution) as opposed to NTT sampling</a:t>
            </a:r>
          </a:p>
          <a:p>
            <a:pPr lvl="1"/>
            <a:r>
              <a:rPr lang="en-US" sz="2200" i="0" dirty="0"/>
              <a:t>Operations over python structures rather than byte strings</a:t>
            </a:r>
          </a:p>
          <a:p>
            <a:pPr lvl="1"/>
            <a:r>
              <a:rPr lang="en-US" sz="2200" i="0" dirty="0"/>
              <a:t>Not focused on computational efficiency</a:t>
            </a:r>
          </a:p>
        </p:txBody>
      </p:sp>
    </p:spTree>
    <p:extLst>
      <p:ext uri="{BB962C8B-B14F-4D97-AF65-F5344CB8AC3E}">
        <p14:creationId xmlns:p14="http://schemas.microsoft.com/office/powerpoint/2010/main" val="1969469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560C0-FB7C-409F-6077-5FC3AD5BA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37580-D800-5192-23AB-7AEE6E60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67509"/>
          </a:xfrm>
        </p:spPr>
        <p:txBody>
          <a:bodyPr>
            <a:normAutofit/>
          </a:bodyPr>
          <a:lstStyle/>
          <a:p>
            <a:r>
              <a:rPr lang="en-US" dirty="0"/>
              <a:t>Parameters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41B613-B4FD-FFFA-3C36-C1F96847AD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5317193"/>
              </p:ext>
            </p:extLst>
          </p:nvPr>
        </p:nvGraphicFramePr>
        <p:xfrm>
          <a:off x="1371600" y="1471088"/>
          <a:ext cx="9541012" cy="21621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5609">
                  <a:extLst>
                    <a:ext uri="{9D8B030D-6E8A-4147-A177-3AD203B41FA5}">
                      <a16:colId xmlns:a16="http://schemas.microsoft.com/office/drawing/2014/main" val="3306909007"/>
                    </a:ext>
                  </a:extLst>
                </a:gridCol>
                <a:gridCol w="679597">
                  <a:extLst>
                    <a:ext uri="{9D8B030D-6E8A-4147-A177-3AD203B41FA5}">
                      <a16:colId xmlns:a16="http://schemas.microsoft.com/office/drawing/2014/main" val="1314597058"/>
                    </a:ext>
                  </a:extLst>
                </a:gridCol>
                <a:gridCol w="1132662">
                  <a:extLst>
                    <a:ext uri="{9D8B030D-6E8A-4147-A177-3AD203B41FA5}">
                      <a16:colId xmlns:a16="http://schemas.microsoft.com/office/drawing/2014/main" val="1577866067"/>
                    </a:ext>
                  </a:extLst>
                </a:gridCol>
                <a:gridCol w="1066035">
                  <a:extLst>
                    <a:ext uri="{9D8B030D-6E8A-4147-A177-3AD203B41FA5}">
                      <a16:colId xmlns:a16="http://schemas.microsoft.com/office/drawing/2014/main" val="174440757"/>
                    </a:ext>
                  </a:extLst>
                </a:gridCol>
                <a:gridCol w="1798934">
                  <a:extLst>
                    <a:ext uri="{9D8B030D-6E8A-4147-A177-3AD203B41FA5}">
                      <a16:colId xmlns:a16="http://schemas.microsoft.com/office/drawing/2014/main" val="2398870140"/>
                    </a:ext>
                  </a:extLst>
                </a:gridCol>
                <a:gridCol w="1718981">
                  <a:extLst>
                    <a:ext uri="{9D8B030D-6E8A-4147-A177-3AD203B41FA5}">
                      <a16:colId xmlns:a16="http://schemas.microsoft.com/office/drawing/2014/main" val="805032668"/>
                    </a:ext>
                  </a:extLst>
                </a:gridCol>
                <a:gridCol w="679597">
                  <a:extLst>
                    <a:ext uri="{9D8B030D-6E8A-4147-A177-3AD203B41FA5}">
                      <a16:colId xmlns:a16="http://schemas.microsoft.com/office/drawing/2014/main" val="1239627434"/>
                    </a:ext>
                  </a:extLst>
                </a:gridCol>
                <a:gridCol w="679597">
                  <a:extLst>
                    <a:ext uri="{9D8B030D-6E8A-4147-A177-3AD203B41FA5}">
                      <a16:colId xmlns:a16="http://schemas.microsoft.com/office/drawing/2014/main" val="2276479703"/>
                    </a:ext>
                  </a:extLst>
                </a:gridCol>
              </a:tblGrid>
              <a:tr h="1955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Set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u="none" strike="noStrike">
                          <a:effectLst/>
                        </a:rPr>
                        <a:t>n</a:t>
                      </a:r>
                      <a:endParaRPr lang="en-US" sz="2000" b="1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u="none" strike="noStrike">
                          <a:effectLst/>
                        </a:rPr>
                        <a:t>q</a:t>
                      </a:r>
                      <a:endParaRPr lang="en-US" sz="2000" b="1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u="none" strike="noStrike">
                          <a:effectLst/>
                        </a:rPr>
                        <a:t>k</a:t>
                      </a:r>
                      <a:endParaRPr lang="en-US" sz="2000" b="1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l-GR" sz="2000" b="1" u="none" strike="noStrike" dirty="0">
                          <a:effectLst/>
                        </a:rPr>
                        <a:t>η1​</a:t>
                      </a:r>
                      <a:endParaRPr lang="el-GR" sz="20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l-GR" sz="2000" b="1" u="none" strike="noStrike" dirty="0">
                          <a:effectLst/>
                        </a:rPr>
                        <a:t>η2</a:t>
                      </a:r>
                      <a:endParaRPr lang="el-GR" sz="20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u="none" strike="noStrike">
                          <a:effectLst/>
                        </a:rPr>
                        <a:t>du</a:t>
                      </a:r>
                      <a:endParaRPr lang="en-US" sz="2000" b="1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dv</a:t>
                      </a:r>
                      <a:endParaRPr lang="en-US" sz="20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549877023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 - Very Small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97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824065710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B - Medium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257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191829567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 - Large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769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541579688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 - Very Large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3329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4086917936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Real Params (ML-KEM-512)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256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3329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59332313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84EA529-2691-6B91-FE87-19994671EFE6}"/>
              </a:ext>
            </a:extLst>
          </p:cNvPr>
          <p:cNvSpPr txBox="1"/>
          <p:nvPr/>
        </p:nvSpPr>
        <p:spPr>
          <a:xfrm>
            <a:off x="1224308" y="3818389"/>
            <a:ext cx="9895784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</a:t>
            </a:r>
            <a:r>
              <a:rPr lang="en-US" dirty="0"/>
              <a:t> – Polynomial degree (how many coefficients each polynomial has). Sets vector lengths.</a:t>
            </a:r>
          </a:p>
          <a:p>
            <a:r>
              <a:rPr lang="en-US" sz="2000" b="1" dirty="0"/>
              <a:t>q</a:t>
            </a:r>
            <a:r>
              <a:rPr lang="en-US" dirty="0"/>
              <a:t> – Modulus for all ring arithmetic, so every coefficient is reduced modulo q. Sets scaling for compression and decompression.</a:t>
            </a:r>
          </a:p>
          <a:p>
            <a:r>
              <a:rPr lang="en-US" sz="2000" b="1" dirty="0"/>
              <a:t>k</a:t>
            </a:r>
            <a:r>
              <a:rPr lang="en-US" dirty="0"/>
              <a:t> – Module dimension (size of vectors/matrices of polynomials). Determines the size of matrix A (</a:t>
            </a:r>
            <a:r>
              <a:rPr lang="en-US" i="1" dirty="0"/>
              <a:t>k x k</a:t>
            </a:r>
            <a:r>
              <a:rPr lang="en-US" dirty="0"/>
              <a:t>), secret/error vectors</a:t>
            </a:r>
          </a:p>
          <a:p>
            <a:r>
              <a:rPr lang="el-GR" sz="2000" b="1" dirty="0"/>
              <a:t>η1</a:t>
            </a:r>
            <a:r>
              <a:rPr lang="en-US" b="1" dirty="0"/>
              <a:t> – </a:t>
            </a:r>
            <a:r>
              <a:rPr lang="en-US" dirty="0"/>
              <a:t>Noise control for larger noise samples. Used for sampling secret terms in keygen and encryption.</a:t>
            </a:r>
          </a:p>
          <a:p>
            <a:r>
              <a:rPr lang="el-GR" sz="2000" b="1" dirty="0"/>
              <a:t>η</a:t>
            </a:r>
            <a:r>
              <a:rPr lang="en-US" sz="2000" b="1" dirty="0"/>
              <a:t>2 </a:t>
            </a:r>
            <a:r>
              <a:rPr lang="en-US" dirty="0"/>
              <a:t>– Noise control for small encryption noises. Used during encryption via CBD sampling</a:t>
            </a:r>
          </a:p>
          <a:p>
            <a:r>
              <a:rPr lang="en-US" sz="2000" b="1" dirty="0"/>
              <a:t>du/dv </a:t>
            </a:r>
            <a:r>
              <a:rPr lang="en-US" dirty="0"/>
              <a:t>– bit widths used to compress coefficients in the ciphertext component</a:t>
            </a:r>
          </a:p>
        </p:txBody>
      </p:sp>
    </p:spTree>
    <p:extLst>
      <p:ext uri="{BB962C8B-B14F-4D97-AF65-F5344CB8AC3E}">
        <p14:creationId xmlns:p14="http://schemas.microsoft.com/office/powerpoint/2010/main" val="140313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CA2B5-EB75-C1B8-D446-A3B11AB11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9CA29-34BD-F031-8C9B-A9C321B33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67509"/>
          </a:xfrm>
        </p:spPr>
        <p:txBody>
          <a:bodyPr>
            <a:normAutofit/>
          </a:bodyPr>
          <a:lstStyle/>
          <a:p>
            <a:r>
              <a:rPr lang="en-US" dirty="0"/>
              <a:t>Technical Implementation: ML-KEM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07578-9734-0421-CBF8-4B24289AA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36436"/>
            <a:ext cx="9961418" cy="5071868"/>
          </a:xfrm>
        </p:spPr>
        <p:txBody>
          <a:bodyPr>
            <a:normAutofit/>
          </a:bodyPr>
          <a:lstStyle/>
          <a:p>
            <a:r>
              <a:rPr lang="en-US" sz="2400" i="0" dirty="0" err="1"/>
              <a:t>mlkem_keygen</a:t>
            </a:r>
            <a:r>
              <a:rPr lang="en-US" sz="2400" i="0" dirty="0"/>
              <a:t>()</a:t>
            </a:r>
          </a:p>
          <a:p>
            <a:pPr lvl="1"/>
            <a:r>
              <a:rPr lang="en-US" sz="2200" i="0" dirty="0"/>
              <a:t>Generates a seed used for deterministic key generation</a:t>
            </a:r>
          </a:p>
          <a:p>
            <a:pPr lvl="1"/>
            <a:r>
              <a:rPr lang="en-US" sz="2200" i="0" dirty="0"/>
              <a:t>Public encapsulation key, ek, comes from public key encryption scheme (</a:t>
            </a:r>
            <a:r>
              <a:rPr lang="en-US" sz="2200" i="0" dirty="0" err="1"/>
              <a:t>kpke</a:t>
            </a:r>
            <a:r>
              <a:rPr lang="en-US" sz="2200" i="0" dirty="0"/>
              <a:t>)</a:t>
            </a:r>
          </a:p>
          <a:p>
            <a:pPr lvl="1"/>
            <a:r>
              <a:rPr lang="en-US" sz="2200" i="0" dirty="0"/>
              <a:t>Private decapsulation key, dk, comes from </a:t>
            </a:r>
            <a:r>
              <a:rPr lang="en-US" sz="2200" i="0" dirty="0" err="1"/>
              <a:t>dk_kpke</a:t>
            </a:r>
            <a:r>
              <a:rPr lang="en-US" sz="2200" i="0" dirty="0"/>
              <a:t>, ek, hash of ek, and z</a:t>
            </a:r>
          </a:p>
          <a:p>
            <a:r>
              <a:rPr lang="en-US" sz="2400" dirty="0" err="1"/>
              <a:t>mlkem_encaps</a:t>
            </a:r>
            <a:r>
              <a:rPr lang="en-US" sz="2400" dirty="0"/>
              <a:t>(ek)</a:t>
            </a:r>
          </a:p>
          <a:p>
            <a:pPr lvl="1"/>
            <a:r>
              <a:rPr lang="en-US" sz="2200" i="0" dirty="0"/>
              <a:t>Input: ek, random message m</a:t>
            </a:r>
          </a:p>
          <a:p>
            <a:pPr lvl="1"/>
            <a:r>
              <a:rPr lang="en-US" sz="2200" i="0" dirty="0"/>
              <a:t>Output: c (ciphertext), K (shared secret)</a:t>
            </a:r>
          </a:p>
          <a:p>
            <a:pPr lvl="1"/>
            <a:r>
              <a:rPr lang="en-US" sz="2200" i="0" dirty="0"/>
              <a:t>Binds m to the public key by hashing (m || H(ek)) and expanding it into K, r</a:t>
            </a:r>
          </a:p>
          <a:p>
            <a:pPr lvl="2"/>
            <a:r>
              <a:rPr lang="en-US" sz="2000" dirty="0"/>
              <a:t>K = secret key</a:t>
            </a:r>
          </a:p>
          <a:p>
            <a:pPr lvl="2"/>
            <a:r>
              <a:rPr lang="en-US" sz="2000" dirty="0"/>
              <a:t>r = encryption randomness</a:t>
            </a:r>
          </a:p>
          <a:p>
            <a:pPr lvl="1"/>
            <a:r>
              <a:rPr lang="en-US" sz="2200" i="0" dirty="0"/>
              <a:t>Ciphertext calculated by encrypting ek, m with r</a:t>
            </a:r>
          </a:p>
        </p:txBody>
      </p:sp>
    </p:spTree>
    <p:extLst>
      <p:ext uri="{BB962C8B-B14F-4D97-AF65-F5344CB8AC3E}">
        <p14:creationId xmlns:p14="http://schemas.microsoft.com/office/powerpoint/2010/main" val="4277102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C7D5A-4359-AE08-4403-EA3C772ED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8E20B-6CDA-C000-BC02-855EF170F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67509"/>
          </a:xfrm>
        </p:spPr>
        <p:txBody>
          <a:bodyPr>
            <a:normAutofit/>
          </a:bodyPr>
          <a:lstStyle/>
          <a:p>
            <a:r>
              <a:rPr lang="en-US" dirty="0"/>
              <a:t>Technical Implementation: ML-KEM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D8B93-A75F-0873-2588-9CEE82055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36436"/>
            <a:ext cx="9961418" cy="4484254"/>
          </a:xfrm>
        </p:spPr>
        <p:txBody>
          <a:bodyPr>
            <a:normAutofit/>
          </a:bodyPr>
          <a:lstStyle/>
          <a:p>
            <a:r>
              <a:rPr lang="en-US" sz="2400" i="0" dirty="0" err="1"/>
              <a:t>mlkem_decaps</a:t>
            </a:r>
            <a:r>
              <a:rPr lang="en-US" sz="2400" i="0" dirty="0"/>
              <a:t>(dk, c)</a:t>
            </a:r>
          </a:p>
          <a:p>
            <a:pPr lvl="1"/>
            <a:r>
              <a:rPr lang="en-US" sz="2400" i="0" dirty="0"/>
              <a:t>Input: secret decapsulation key, ciphertext c</a:t>
            </a:r>
          </a:p>
          <a:p>
            <a:pPr lvl="1"/>
            <a:r>
              <a:rPr lang="en-US" sz="2400" i="0" dirty="0"/>
              <a:t>Output: shared secret key K’</a:t>
            </a:r>
          </a:p>
          <a:p>
            <a:pPr lvl="1"/>
            <a:r>
              <a:rPr lang="en-US" sz="2400" i="0" dirty="0"/>
              <a:t>Follows Fujisaki-Okamoto process (FO Transform)</a:t>
            </a:r>
          </a:p>
          <a:p>
            <a:pPr lvl="2"/>
            <a:r>
              <a:rPr lang="en-US" sz="2200" dirty="0"/>
              <a:t>Decrypt ciphertext to recover candidate message m’</a:t>
            </a:r>
          </a:p>
          <a:p>
            <a:pPr lvl="2"/>
            <a:r>
              <a:rPr lang="en-US" sz="2200" i="0" dirty="0"/>
              <a:t>Recompute what encapsulation should have produced from that m’</a:t>
            </a:r>
          </a:p>
          <a:p>
            <a:pPr lvl="2"/>
            <a:r>
              <a:rPr lang="en-US" sz="2200" dirty="0"/>
              <a:t>Check whether the given ciphertext is consistent</a:t>
            </a:r>
          </a:p>
          <a:p>
            <a:pPr lvl="2"/>
            <a:r>
              <a:rPr lang="en-US" sz="2200" i="0" dirty="0"/>
              <a:t>If valid, return the “real” shared key</a:t>
            </a:r>
          </a:p>
          <a:p>
            <a:pPr lvl="2"/>
            <a:r>
              <a:rPr lang="en-US" sz="2200" dirty="0"/>
              <a:t>If invalid, return a fallback pseudorandom key</a:t>
            </a:r>
            <a:endParaRPr lang="en-US" sz="2200" i="0" dirty="0"/>
          </a:p>
          <a:p>
            <a:endParaRPr lang="en-US" sz="2400" i="0" dirty="0"/>
          </a:p>
        </p:txBody>
      </p:sp>
    </p:spTree>
    <p:extLst>
      <p:ext uri="{BB962C8B-B14F-4D97-AF65-F5344CB8AC3E}">
        <p14:creationId xmlns:p14="http://schemas.microsoft.com/office/powerpoint/2010/main" val="2166865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CFD1E-0C25-24E1-CAE2-46ABF528C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2C467-C4CB-2DB7-EA8A-4CD9AF181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67509"/>
          </a:xfrm>
        </p:spPr>
        <p:txBody>
          <a:bodyPr>
            <a:normAutofit/>
          </a:bodyPr>
          <a:lstStyle/>
          <a:p>
            <a:r>
              <a:rPr lang="en-US" dirty="0"/>
              <a:t>Technical Implementation: KPKE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6B3F4-F51A-0D66-3F15-53EAF47E4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36436"/>
            <a:ext cx="9961418" cy="4484254"/>
          </a:xfrm>
        </p:spPr>
        <p:txBody>
          <a:bodyPr>
            <a:normAutofit/>
          </a:bodyPr>
          <a:lstStyle/>
          <a:p>
            <a:r>
              <a:rPr lang="en-US" sz="2400" i="0" dirty="0" err="1"/>
              <a:t>kpke_keygen</a:t>
            </a:r>
            <a:r>
              <a:rPr lang="en-US" sz="2400" i="0" dirty="0"/>
              <a:t>(seed)</a:t>
            </a:r>
          </a:p>
          <a:p>
            <a:pPr lvl="1"/>
            <a:r>
              <a:rPr lang="en-US" sz="2200" i="0" dirty="0"/>
              <a:t>Generates two keys for the public key encryption component</a:t>
            </a:r>
          </a:p>
          <a:p>
            <a:pPr lvl="2"/>
            <a:r>
              <a:rPr lang="en-US" sz="2200" dirty="0"/>
              <a:t>Public/encryption key: ek = {rho, t}</a:t>
            </a:r>
          </a:p>
          <a:p>
            <a:pPr lvl="2"/>
            <a:r>
              <a:rPr lang="en-US" sz="2200" dirty="0"/>
              <a:t>Private/decryption key: dk = {s}</a:t>
            </a:r>
          </a:p>
          <a:p>
            <a:pPr lvl="1"/>
            <a:r>
              <a:rPr lang="en-US" sz="2200" i="0" dirty="0"/>
              <a:t>Steps:</a:t>
            </a:r>
          </a:p>
          <a:p>
            <a:pPr lvl="2"/>
            <a:r>
              <a:rPr lang="en-US" sz="2200" i="0" dirty="0"/>
              <a:t>Expand one input into two seeds</a:t>
            </a:r>
          </a:p>
          <a:p>
            <a:pPr lvl="3"/>
            <a:r>
              <a:rPr lang="en-US" sz="2200" i="0" dirty="0"/>
              <a:t>Rho for public matrix A, sigma for small secret/noise polynomials</a:t>
            </a:r>
          </a:p>
          <a:p>
            <a:pPr lvl="2"/>
            <a:r>
              <a:rPr lang="en-US" sz="2200" dirty="0"/>
              <a:t>Build a deterministic matrix A from rho</a:t>
            </a:r>
          </a:p>
          <a:p>
            <a:pPr lvl="2"/>
            <a:r>
              <a:rPr lang="en-US" sz="2200" i="0" dirty="0"/>
              <a:t>Sample secret vector</a:t>
            </a:r>
            <a:r>
              <a:rPr lang="en-US" sz="2200" dirty="0"/>
              <a:t>s s and e</a:t>
            </a:r>
          </a:p>
          <a:p>
            <a:pPr lvl="2"/>
            <a:r>
              <a:rPr lang="en-US" sz="2200" i="0" dirty="0"/>
              <a:t>Compute t = (A </a:t>
            </a:r>
            <a:r>
              <a:rPr lang="en-US" sz="2200" dirty="0"/>
              <a:t>⋅ s + e)</a:t>
            </a:r>
          </a:p>
          <a:p>
            <a:pPr lvl="2"/>
            <a:r>
              <a:rPr lang="en-US" sz="2200" i="0" dirty="0"/>
              <a:t>Return rho, t. Keep s secret</a:t>
            </a:r>
          </a:p>
        </p:txBody>
      </p:sp>
    </p:spTree>
    <p:extLst>
      <p:ext uri="{BB962C8B-B14F-4D97-AF65-F5344CB8AC3E}">
        <p14:creationId xmlns:p14="http://schemas.microsoft.com/office/powerpoint/2010/main" val="441516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D119B-EE8B-9B0C-808D-764A2502D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9669D-1BFD-E837-470A-7A59A3206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67509"/>
          </a:xfrm>
        </p:spPr>
        <p:txBody>
          <a:bodyPr>
            <a:normAutofit/>
          </a:bodyPr>
          <a:lstStyle/>
          <a:p>
            <a:r>
              <a:rPr lang="en-US" dirty="0"/>
              <a:t>Technical Implementation: KPKE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076901-30FA-468A-936E-324BF3378D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736436"/>
                <a:ext cx="9961418" cy="4484254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kpke</a:t>
                </a:r>
                <a:r>
                  <a:rPr lang="en-US" sz="2400" dirty="0" err="1"/>
                  <a:t>_encrypt</a:t>
                </a:r>
                <a:r>
                  <a:rPr lang="en-US" sz="2400" dirty="0"/>
                  <a:t>()</a:t>
                </a:r>
              </a:p>
              <a:p>
                <a:pPr lvl="1"/>
                <a:r>
                  <a:rPr lang="en-US" sz="2200" i="0" dirty="0"/>
                  <a:t>Takes public key ek, message m, fresh randomness r, and produces ciphertext c</a:t>
                </a:r>
              </a:p>
              <a:p>
                <a:pPr lvl="1"/>
                <a:r>
                  <a:rPr lang="en-US" sz="2200" i="0" dirty="0"/>
                  <a:t>Computes: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200" i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2+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n-US" sz="2200" i="0" dirty="0"/>
              </a:p>
              <a:p>
                <a:pPr lvl="2"/>
                <a:r>
                  <a:rPr lang="en-US" sz="2200" dirty="0"/>
                  <a:t>A = public matrix derived from rho, t = part of the public key, y = fresh noise, e1/e2 = encryption noise,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200" dirty="0"/>
                  <a:t> = message encoded as a polynomial </a:t>
                </a:r>
                <a:endParaRPr lang="en-US" sz="2200" i="0" dirty="0"/>
              </a:p>
              <a:p>
                <a:pPr lvl="1"/>
                <a:r>
                  <a:rPr lang="en-US" sz="2200" i="0" dirty="0"/>
                  <a:t>Returns ciphertext, which is pair c = (u, v)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076901-30FA-468A-936E-324BF3378D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736436"/>
                <a:ext cx="9961418" cy="4484254"/>
              </a:xfrm>
              <a:blipFill>
                <a:blip r:embed="rId2"/>
                <a:stretch>
                  <a:fillRect l="-857" t="-1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2501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916C5-7389-C705-9CBB-9D0605EF0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8A46A-07F9-A21D-2B73-8B9C35340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67509"/>
          </a:xfrm>
        </p:spPr>
        <p:txBody>
          <a:bodyPr>
            <a:normAutofit/>
          </a:bodyPr>
          <a:lstStyle/>
          <a:p>
            <a:r>
              <a:rPr lang="en-US" dirty="0"/>
              <a:t>Technical Implementation: KPKE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C77010-A5F5-4B30-403E-25F75E933D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736436"/>
                <a:ext cx="9961418" cy="4484254"/>
              </a:xfrm>
            </p:spPr>
            <p:txBody>
              <a:bodyPr>
                <a:normAutofit/>
              </a:bodyPr>
              <a:lstStyle/>
              <a:p>
                <a:r>
                  <a:rPr lang="en-US" sz="2400" i="0" dirty="0"/>
                  <a:t>kpke</a:t>
                </a:r>
                <a:r>
                  <a:rPr lang="en-US" sz="2400" i="0" dirty="0" err="1"/>
                  <a:t>_decrypt</a:t>
                </a:r>
                <a:r>
                  <a:rPr lang="en-US" sz="2400" i="0" dirty="0"/>
                  <a:t>()</a:t>
                </a:r>
              </a:p>
              <a:p>
                <a:pPr lvl="1"/>
                <a:r>
                  <a:rPr lang="en-US" sz="2200" i="0" dirty="0"/>
                  <a:t>During decryption, holder of the secret key s computes: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− 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sz="2200" i="0" dirty="0"/>
              </a:p>
              <a:p>
                <a:pPr lvl="2"/>
                <a:r>
                  <a:rPr lang="en-US" sz="2200" dirty="0"/>
                  <a:t>So, w ideally becomes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200" i="0" dirty="0"/>
                  <a:t> which is converted back to the original message bits</a:t>
                </a:r>
              </a:p>
              <a:p>
                <a:pPr lvl="2"/>
                <a:endParaRPr lang="en-US" sz="2200" i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C77010-A5F5-4B30-403E-25F75E933D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736436"/>
                <a:ext cx="9961418" cy="4484254"/>
              </a:xfrm>
              <a:blipFill>
                <a:blip r:embed="rId2"/>
                <a:stretch>
                  <a:fillRect l="-857" t="-1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7454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46122-366E-74C5-80A7-F417868B7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FBCD-B455-6DAE-FFB7-7546B4804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67509"/>
          </a:xfrm>
        </p:spPr>
        <p:txBody>
          <a:bodyPr>
            <a:normAutofit fontScale="90000"/>
          </a:bodyPr>
          <a:lstStyle/>
          <a:p>
            <a:r>
              <a:rPr lang="en-US" dirty="0"/>
              <a:t>Technical Implementation: Math Utilities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95A6D2-801A-3A5A-8A95-A651D5E751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736436"/>
                <a:ext cx="9961418" cy="4484254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p</a:t>
                </a:r>
                <a:r>
                  <a:rPr lang="en-US" sz="2400" dirty="0" err="1"/>
                  <a:t>oly_mul_mod</a:t>
                </a:r>
                <a:r>
                  <a:rPr lang="en-US" sz="2400" dirty="0"/>
                  <a:t>(a, b, q, n)</a:t>
                </a:r>
              </a:p>
              <a:p>
                <a:pPr lvl="1"/>
                <a:r>
                  <a:rPr lang="en-US" sz="2200" i="0" dirty="0"/>
                  <a:t>Multiplies every coefficient a by every coefficient b</a:t>
                </a:r>
              </a:p>
              <a:p>
                <a:pPr lvl="1"/>
                <a:r>
                  <a:rPr lang="en-US" sz="2200" i="0" dirty="0"/>
                  <a:t>Places the product into the coefficient for degree </a:t>
                </a:r>
                <a:r>
                  <a:rPr lang="en-US" sz="2200" i="0" dirty="0" err="1"/>
                  <a:t>i</a:t>
                </a:r>
                <a:r>
                  <a:rPr lang="en-US" sz="2200" i="0" dirty="0"/>
                  <a:t> + j</a:t>
                </a:r>
              </a:p>
              <a:p>
                <a:pPr lvl="1"/>
                <a:r>
                  <a:rPr lang="en-US" sz="2200" i="0" dirty="0"/>
                  <a:t>If the degree is too large, wraps it back by n</a:t>
                </a:r>
              </a:p>
              <a:p>
                <a:pPr lvl="1"/>
                <a:r>
                  <a:rPr lang="en-US" sz="2200" i="0" dirty="0"/>
                  <a:t>Flips the sign when wrapping because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US" sz="2200" i="0" dirty="0"/>
              </a:p>
              <a:p>
                <a:pPr lvl="1"/>
                <a:r>
                  <a:rPr lang="en-US" sz="2200" i="0" dirty="0"/>
                  <a:t>Reduces everything modulo q</a:t>
                </a:r>
              </a:p>
              <a:p>
                <a:r>
                  <a:rPr lang="en-US" sz="2400" dirty="0"/>
                  <a:t>Other polynomial math functions (modulus in Rings)</a:t>
                </a:r>
              </a:p>
              <a:p>
                <a:pPr lvl="1"/>
                <a:r>
                  <a:rPr lang="en-US" sz="2200" i="0" dirty="0" err="1"/>
                  <a:t>mod_q</a:t>
                </a:r>
                <a:r>
                  <a:rPr lang="en-US" sz="2200" i="0" dirty="0"/>
                  <a:t>()</a:t>
                </a:r>
              </a:p>
              <a:p>
                <a:pPr lvl="1"/>
                <a:r>
                  <a:rPr lang="en-US" sz="2200" i="0" dirty="0" err="1"/>
                  <a:t>poly_add</a:t>
                </a:r>
                <a:r>
                  <a:rPr lang="en-US" sz="2200" i="0" dirty="0"/>
                  <a:t>()</a:t>
                </a:r>
              </a:p>
              <a:p>
                <a:pPr lvl="1"/>
                <a:r>
                  <a:rPr lang="en-US" sz="2200" i="0" dirty="0" err="1"/>
                  <a:t>poly_sub</a:t>
                </a:r>
                <a:r>
                  <a:rPr lang="en-US" sz="2200" i="0" dirty="0"/>
                  <a:t>()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95A6D2-801A-3A5A-8A95-A651D5E751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736436"/>
                <a:ext cx="9961418" cy="4484254"/>
              </a:xfrm>
              <a:blipFill>
                <a:blip r:embed="rId2"/>
                <a:stretch>
                  <a:fillRect l="-857" t="-1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1254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2FFC0-C57E-74FC-968E-BB6B2E9EB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1523C-4FAE-823B-3628-3DF4B79F9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59835"/>
            <a:ext cx="9601200" cy="4207565"/>
          </a:xfrm>
        </p:spPr>
        <p:txBody>
          <a:bodyPr>
            <a:normAutofit/>
          </a:bodyPr>
          <a:lstStyle/>
          <a:p>
            <a:r>
              <a:rPr lang="en-US" sz="2400" dirty="0"/>
              <a:t>Mathematics was challenging to understand</a:t>
            </a:r>
          </a:p>
          <a:p>
            <a:pPr lvl="1"/>
            <a:r>
              <a:rPr lang="en-US" sz="2200" i="0" dirty="0"/>
              <a:t>Required a couple weeks of reading to gain a basic understanding</a:t>
            </a:r>
          </a:p>
          <a:p>
            <a:pPr lvl="1"/>
            <a:r>
              <a:rPr lang="en-US" sz="2200" i="0" dirty="0"/>
              <a:t>Therefore, challenging to implement/fully understand within the code</a:t>
            </a:r>
          </a:p>
          <a:p>
            <a:r>
              <a:rPr lang="en-US" sz="2200" i="0" dirty="0"/>
              <a:t>ML-KEM has many operations and functions to keep track of</a:t>
            </a:r>
          </a:p>
          <a:p>
            <a:pPr lvl="1"/>
            <a:r>
              <a:rPr lang="en-US" sz="2200" i="0" dirty="0"/>
              <a:t>Also a challenge for implementation, as it was difficult to remember all low-level details</a:t>
            </a:r>
          </a:p>
        </p:txBody>
      </p:sp>
    </p:spTree>
    <p:extLst>
      <p:ext uri="{BB962C8B-B14F-4D97-AF65-F5344CB8AC3E}">
        <p14:creationId xmlns:p14="http://schemas.microsoft.com/office/powerpoint/2010/main" val="1995927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BFD08-A627-BCF7-AABF-91665261E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8E2C5-7437-EC77-27AF-2FA1D2DB6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"/>
            <a:ext cx="9601200" cy="589280"/>
          </a:xfrm>
        </p:spPr>
        <p:txBody>
          <a:bodyPr>
            <a:normAutofit/>
          </a:bodyPr>
          <a:lstStyle/>
          <a:p>
            <a:r>
              <a:rPr lang="en-US" sz="3200" dirty="0"/>
              <a:t>Live Demo (Performed in Class)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F3F88B-477A-7550-E584-B8FD14DD6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80" y="589281"/>
            <a:ext cx="10073640" cy="614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222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5C09A-588D-8630-4297-5F2FEACAB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299AD-32EB-40B8-37CE-87A11AAFB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67509"/>
          </a:xfrm>
        </p:spPr>
        <p:txBody>
          <a:bodyPr>
            <a:normAutofit/>
          </a:bodyPr>
          <a:lstStyle/>
          <a:p>
            <a:r>
              <a:rPr lang="en-US" dirty="0"/>
              <a:t>Results and Analysis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D9AE258-FAF4-0E79-2421-53EF20F2D9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9266409"/>
              </p:ext>
            </p:extLst>
          </p:nvPr>
        </p:nvGraphicFramePr>
        <p:xfrm>
          <a:off x="740602" y="2277063"/>
          <a:ext cx="5521051" cy="3943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952451E-E928-1AA1-7238-DF4216F05A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8778419"/>
              </p:ext>
            </p:extLst>
          </p:nvPr>
        </p:nvGraphicFramePr>
        <p:xfrm>
          <a:off x="6500327" y="2277064"/>
          <a:ext cx="5521051" cy="3943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2B06CFD-025C-6EA2-28F3-7E8F3F02CEFD}"/>
              </a:ext>
            </a:extLst>
          </p:cNvPr>
          <p:cNvSpPr txBox="1"/>
          <p:nvPr/>
        </p:nvSpPr>
        <p:spPr>
          <a:xfrm>
            <a:off x="839857" y="1653309"/>
            <a:ext cx="10639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 trials per set</a:t>
            </a:r>
          </a:p>
        </p:txBody>
      </p:sp>
    </p:spTree>
    <p:extLst>
      <p:ext uri="{BB962C8B-B14F-4D97-AF65-F5344CB8AC3E}">
        <p14:creationId xmlns:p14="http://schemas.microsoft.com/office/powerpoint/2010/main" val="3553294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E78CA-208C-D1F3-2D1E-A168DFAD1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04ED6-022F-46B4-7D72-FCFBECDD9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68557"/>
            <a:ext cx="9601200" cy="3998843"/>
          </a:xfrm>
        </p:spPr>
        <p:txBody>
          <a:bodyPr>
            <a:normAutofit/>
          </a:bodyPr>
          <a:lstStyle/>
          <a:p>
            <a:r>
              <a:rPr lang="en-US" sz="2200" dirty="0"/>
              <a:t>Decapsulation success rate increased and reached 100% with larger parameter sets</a:t>
            </a:r>
          </a:p>
          <a:p>
            <a:pPr lvl="1"/>
            <a:r>
              <a:rPr lang="en-US" sz="2200" i="0" dirty="0"/>
              <a:t>Low success rate on smallest </a:t>
            </a:r>
            <a:r>
              <a:rPr lang="en-US" sz="2200" i="0"/>
              <a:t>set size</a:t>
            </a:r>
          </a:p>
          <a:p>
            <a:pPr lvl="1"/>
            <a:r>
              <a:rPr lang="en-US" sz="2200" i="0" dirty="0"/>
              <a:t>Notably performed well on real parameter set</a:t>
            </a:r>
          </a:p>
          <a:p>
            <a:r>
              <a:rPr lang="en-US" sz="2200" dirty="0"/>
              <a:t>Runtime increased with larger parameter sets</a:t>
            </a:r>
          </a:p>
          <a:p>
            <a:pPr lvl="1"/>
            <a:r>
              <a:rPr lang="en-US" sz="2200" i="0" dirty="0"/>
              <a:t>Significantly increased with real parameter set</a:t>
            </a:r>
          </a:p>
          <a:p>
            <a:pPr lvl="1"/>
            <a:r>
              <a:rPr lang="en-US" sz="2200" i="0" dirty="0"/>
              <a:t>Runtime overall remained fast</a:t>
            </a:r>
          </a:p>
        </p:txBody>
      </p:sp>
    </p:spTree>
    <p:extLst>
      <p:ext uri="{BB962C8B-B14F-4D97-AF65-F5344CB8AC3E}">
        <p14:creationId xmlns:p14="http://schemas.microsoft.com/office/powerpoint/2010/main" val="1451804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B3A18-B86D-B06D-290F-62715C693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44A9F-674F-48D9-DC67-7ABBE39A6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67509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EE32A-2B6D-52D6-64E0-3B5756AAD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36436"/>
            <a:ext cx="9961418" cy="4728968"/>
          </a:xfrm>
        </p:spPr>
        <p:txBody>
          <a:bodyPr>
            <a:normAutofit/>
          </a:bodyPr>
          <a:lstStyle/>
          <a:p>
            <a:r>
              <a:rPr lang="en-US" sz="2400" i="0" dirty="0"/>
              <a:t>Successfully implem</a:t>
            </a:r>
            <a:r>
              <a:rPr lang="en-US" sz="2400" dirty="0"/>
              <a:t>ented a toy ML-KEM</a:t>
            </a:r>
          </a:p>
          <a:p>
            <a:pPr lvl="1"/>
            <a:r>
              <a:rPr lang="en-US" sz="2200" i="0" dirty="0"/>
              <a:t>Learned the mathematics behind ML-KEM</a:t>
            </a:r>
          </a:p>
          <a:p>
            <a:pPr lvl="1"/>
            <a:r>
              <a:rPr lang="en-US" sz="2200" i="0" dirty="0"/>
              <a:t>Studied the decapsulation rate and runtime of my implementation</a:t>
            </a:r>
          </a:p>
          <a:p>
            <a:r>
              <a:rPr lang="en-US" sz="2400" i="0" dirty="0"/>
              <a:t>Decapsulation rate </a:t>
            </a:r>
            <a:r>
              <a:rPr lang="en-US" sz="2400" dirty="0"/>
              <a:t>became 100% on larger parameter sizes (including real)</a:t>
            </a:r>
          </a:p>
          <a:p>
            <a:r>
              <a:rPr lang="en-US" sz="2400" i="0" dirty="0"/>
              <a:t>Runtime remained fast for my implementation</a:t>
            </a:r>
          </a:p>
          <a:p>
            <a:r>
              <a:rPr lang="en-US" sz="2400" i="0" dirty="0"/>
              <a:t>Lessons learned:</a:t>
            </a:r>
          </a:p>
          <a:p>
            <a:pPr lvl="1"/>
            <a:r>
              <a:rPr lang="en-US" sz="2200" i="0" dirty="0"/>
              <a:t>ML-KEM math is very challenging. Scoped out NTT and simplified operations</a:t>
            </a:r>
          </a:p>
          <a:p>
            <a:pPr lvl="1"/>
            <a:r>
              <a:rPr lang="en-US" sz="2200" i="0" dirty="0"/>
              <a:t>Mastery of ML-KEM would require months of study</a:t>
            </a:r>
          </a:p>
          <a:p>
            <a:endParaRPr lang="en-US" sz="2400" i="0" dirty="0"/>
          </a:p>
        </p:txBody>
      </p:sp>
    </p:spTree>
    <p:extLst>
      <p:ext uri="{BB962C8B-B14F-4D97-AF65-F5344CB8AC3E}">
        <p14:creationId xmlns:p14="http://schemas.microsoft.com/office/powerpoint/2010/main" val="2604674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7F76B-4BC1-3EC5-4092-FFB91EBA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4D27A-B3C3-C8FA-FA1C-4E13AB6BF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67509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91F9BC8-2B6A-C2A8-09E8-A9C0A70FF9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532820"/>
              </p:ext>
            </p:extLst>
          </p:nvPr>
        </p:nvGraphicFramePr>
        <p:xfrm>
          <a:off x="1475961" y="2012596"/>
          <a:ext cx="9601200" cy="7001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7626">
                  <a:extLst>
                    <a:ext uri="{9D8B030D-6E8A-4147-A177-3AD203B41FA5}">
                      <a16:colId xmlns:a16="http://schemas.microsoft.com/office/drawing/2014/main" val="3942240564"/>
                    </a:ext>
                  </a:extLst>
                </a:gridCol>
                <a:gridCol w="9213574">
                  <a:extLst>
                    <a:ext uri="{9D8B030D-6E8A-4147-A177-3AD203B41FA5}">
                      <a16:colId xmlns:a16="http://schemas.microsoft.com/office/drawing/2014/main" val="1494901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[1] 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National Institute of Standards and Technology, "Module-Lattice-Based Key-Encapsulation Mechanism Standard," Gaithersburg, MD 20899-8900, 2024.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44806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4185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F2625-D4CC-477A-1AD0-2741EBDE45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dirty="0"/>
              <a:t>Questions? Comments?</a:t>
            </a:r>
            <a:br>
              <a:rPr lang="en-US" sz="5400" dirty="0"/>
            </a:br>
            <a:r>
              <a:rPr lang="en-US" sz="5400" dirty="0"/>
              <a:t>Concerns?</a:t>
            </a:r>
          </a:p>
        </p:txBody>
      </p:sp>
    </p:spTree>
    <p:extLst>
      <p:ext uri="{BB962C8B-B14F-4D97-AF65-F5344CB8AC3E}">
        <p14:creationId xmlns:p14="http://schemas.microsoft.com/office/powerpoint/2010/main" val="225901521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4637</TotalTime>
  <Words>1072</Words>
  <Application>Microsoft Office PowerPoint</Application>
  <PresentationFormat>Widescreen</PresentationFormat>
  <Paragraphs>177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Calibri</vt:lpstr>
      <vt:lpstr>Cambria Math</vt:lpstr>
      <vt:lpstr>Franklin Gothic Book</vt:lpstr>
      <vt:lpstr>Times New Roman</vt:lpstr>
      <vt:lpstr>Crop</vt:lpstr>
      <vt:lpstr>PowerPoint Presentation</vt:lpstr>
      <vt:lpstr>Introduction</vt:lpstr>
      <vt:lpstr>Objective</vt:lpstr>
      <vt:lpstr>Scope</vt:lpstr>
      <vt:lpstr>Parameters</vt:lpstr>
      <vt:lpstr>Technical Implementation: ML-KEM</vt:lpstr>
      <vt:lpstr>Technical Implementation: ML-KEM</vt:lpstr>
      <vt:lpstr>Technical Implementation: KPKE</vt:lpstr>
      <vt:lpstr>Technical Implementation: KPKE</vt:lpstr>
      <vt:lpstr>Technical Implementation: KPKE</vt:lpstr>
      <vt:lpstr>Technical Implementation: Math Utilities</vt:lpstr>
      <vt:lpstr>Challenges</vt:lpstr>
      <vt:lpstr>Live Demo (Performed in Class)</vt:lpstr>
      <vt:lpstr>Results and Analysis</vt:lpstr>
      <vt:lpstr>Results and Analysis</vt:lpstr>
      <vt:lpstr>Conclusion</vt:lpstr>
      <vt:lpstr>References</vt:lpstr>
      <vt:lpstr>Questions? Comments? Concerns?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Proofs and Introduction to Finite Automata</dc:title>
  <dc:creator>Proofreading Academy Student</dc:creator>
  <cp:lastModifiedBy>Newcomb, Alexandra</cp:lastModifiedBy>
  <cp:revision>177</cp:revision>
  <dcterms:created xsi:type="dcterms:W3CDTF">2023-01-19T00:25:24Z</dcterms:created>
  <dcterms:modified xsi:type="dcterms:W3CDTF">2026-04-23T12:33:06Z</dcterms:modified>
</cp:coreProperties>
</file>